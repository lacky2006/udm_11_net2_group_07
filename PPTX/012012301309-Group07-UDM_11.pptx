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35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1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23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B6C15-BB65-4EC5-AB13-7016CECA246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87FAB-36E7-4D15-9B44-E575F6C8774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8080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0687-F0A6-4844-9D0E-4A71047B582E}" type="datetime1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5848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E0BBC2-331D-455A-8F34-6CACAAA7B272}" type="datetime1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3D6EC1-CEF0-44B9-AC69-1554EEB371D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6F3C-EA11-4B8E-A5D6-898715DAA61A}" type="datetime1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808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95130"/>
            <a:ext cx="5181600" cy="4081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95129"/>
            <a:ext cx="5181600" cy="4081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42CF6-A011-4145-8138-B18222BE784F}" type="datetime1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1857375"/>
            <a:ext cx="5157787" cy="647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57375"/>
            <a:ext cx="5183188" cy="647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6141-2144-4216-A5D8-625EEC9D46A7}" type="datetime1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31884-8841-474E-B980-3663B77BB24B}" type="datetime1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E740A-6F50-4770-9109-746EC93EBE8F}" type="datetime1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987428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33542-D7FF-4C5D-BCD1-FC068661ADB1}" type="datetime1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0A37-54E1-46AB-854A-7F4CAEAC5932}" type="datetime1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13F3-5CA4-464A-A58E-B619976AB19A}" type="datetime1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203B-5407-419A-8A7D-10870893C35F}" type="datetime1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75030"/>
            <a:ext cx="10515600" cy="4001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C18046E-BA9B-4548-A8AC-F9F2F702B23B}" type="datetime1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C00000"/>
                </a:solidFill>
              </a:defRPr>
            </a:lvl1pPr>
          </a:lstStyle>
          <a:p>
            <a:r>
              <a:rPr lang="en-GB"/>
              <a:t>KIẾN THỨC - KỸ NĂNG - SÁNG TẠO - HỘI NHẬP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A3D6EC1-CEF0-44B9-AC69-1554EEB371D5}" type="slidenum">
              <a:rPr lang="en-GB" smtClean="0"/>
            </a:fld>
            <a:endParaRPr lang="en-GB"/>
          </a:p>
        </p:txBody>
      </p:sp>
      <p:sp>
        <p:nvSpPr>
          <p:cNvPr id="7" name="Title 1"/>
          <p:cNvSpPr txBox="1"/>
          <p:nvPr/>
        </p:nvSpPr>
        <p:spPr>
          <a:xfrm>
            <a:off x="5344358" y="228539"/>
            <a:ext cx="6847642" cy="689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2400" b="1">
                <a:solidFill>
                  <a:srgbClr val="008080"/>
                </a:solidFill>
              </a:rPr>
              <a:t>TRƯỜNG ĐẠI HỌC GIAO THÔNG VẬN TẢI </a:t>
            </a:r>
            <a:br>
              <a:rPr lang="en-US" sz="2400" b="1">
                <a:solidFill>
                  <a:srgbClr val="008080"/>
                </a:solidFill>
              </a:rPr>
            </a:br>
            <a:r>
              <a:rPr lang="en-US" sz="2400" b="1">
                <a:solidFill>
                  <a:srgbClr val="008080"/>
                </a:solidFill>
              </a:rPr>
              <a:t>THÀNH PHỐ HỒ CHÍ MINH</a:t>
            </a:r>
            <a:endParaRPr lang="en-GB" sz="2400" b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5848B"/>
          </a:solidFill>
          <a:latin typeface="Segoe UI Black" panose="020B0A02040204020203" pitchFamily="34" charset="0"/>
          <a:ea typeface="Segoe UI Black" panose="020B0A02040204020203" pitchFamily="34" charset="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50141"/>
            <a:ext cx="9144000" cy="943744"/>
          </a:xfrm>
        </p:spPr>
        <p:txBody>
          <a:bodyPr/>
          <a:lstStyle/>
          <a:p>
            <a:r>
              <a:rPr lang="en-US"/>
              <a:t>TÊN ĐỀ TÀI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39333"/>
            <a:ext cx="9144000" cy="562078"/>
          </a:xfrm>
        </p:spPr>
        <p:txBody>
          <a:bodyPr>
            <a:normAutofit lnSpcReduction="10000"/>
          </a:bodyPr>
          <a:lstStyle/>
          <a:p>
            <a:r>
              <a:rPr lang="en-US" altLang="en-US" sz="3000" err="1"/>
              <a:t>Lập trình ứng dụng Upload Multi File</a:t>
            </a:r>
            <a:endParaRPr lang="en-US" sz="3000"/>
          </a:p>
        </p:txBody>
      </p:sp>
      <p:sp>
        <p:nvSpPr>
          <p:cNvPr id="7" name="Subtitle 2"/>
          <p:cNvSpPr txBox="1"/>
          <p:nvPr/>
        </p:nvSpPr>
        <p:spPr>
          <a:xfrm>
            <a:off x="1524000" y="6069780"/>
            <a:ext cx="9144000" cy="5620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00808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103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823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/>
              <a:t>NHÓM 07</a:t>
            </a:r>
            <a:endParaRPr lang="en-US" sz="3000"/>
          </a:p>
        </p:txBody>
      </p:sp>
      <p:sp>
        <p:nvSpPr>
          <p:cNvPr id="4" name="TextBox 3"/>
          <p:cNvSpPr txBox="1"/>
          <p:nvPr/>
        </p:nvSpPr>
        <p:spPr>
          <a:xfrm>
            <a:off x="8652387" y="3608737"/>
            <a:ext cx="2721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Giảng Viên:Mai Ngọc Châu</a:t>
            </a:r>
            <a:endParaRPr lang="en-US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6180" y="1651819"/>
            <a:ext cx="9144000" cy="796260"/>
          </a:xfrm>
        </p:spPr>
        <p:txBody>
          <a:bodyPr/>
          <a:lstStyle/>
          <a:p>
            <a:r>
              <a:rPr lang="en-US"/>
              <a:t>THÀNH VIÊN THAM GIA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2555" y="3429000"/>
            <a:ext cx="5142271" cy="1446826"/>
          </a:xfrm>
        </p:spPr>
        <p:txBody>
          <a:bodyPr>
            <a:normAutofit/>
          </a:bodyPr>
          <a:lstStyle/>
          <a:p>
            <a:r>
              <a:rPr lang="en-US"/>
              <a:t>1.</a:t>
            </a:r>
            <a:r>
              <a:rPr lang="en-US" altLang="en-US"/>
              <a:t>Nguyễn Quốc Huy</a:t>
            </a:r>
            <a:endParaRPr lang="en-US" altLang="en-US"/>
          </a:p>
          <a:p>
            <a:r>
              <a:rPr lang="en-US"/>
              <a:t>2.</a:t>
            </a:r>
            <a:r>
              <a:rPr lang="en-US" altLang="en-US"/>
              <a:t>Nguyễn Ngọc Quang Vinh</a:t>
            </a:r>
            <a:endParaRPr lang="en-US" altLang="en-US"/>
          </a:p>
          <a:p>
            <a:r>
              <a:rPr lang="en-US"/>
              <a:t>3.</a:t>
            </a:r>
            <a:r>
              <a:rPr lang="en-US" altLang="en-US"/>
              <a:t>Nguyễn Ngọc Quang Vinh</a:t>
            </a:r>
            <a:endParaRPr lang="en-US" altLang="en-US"/>
          </a:p>
        </p:txBody>
      </p:sp>
      <p:sp>
        <p:nvSpPr>
          <p:cNvPr id="6" name="Subtitle 2"/>
          <p:cNvSpPr txBox="1"/>
          <p:nvPr/>
        </p:nvSpPr>
        <p:spPr>
          <a:xfrm>
            <a:off x="6096000" y="3428999"/>
            <a:ext cx="5142271" cy="1446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00808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103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823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4.</a:t>
            </a:r>
            <a:r>
              <a:rPr lang="en-US" altLang="en-US"/>
              <a:t>Nguyễn Hữu Quyết</a:t>
            </a:r>
            <a:endParaRPr lang="en-US" altLang="en-US"/>
          </a:p>
          <a:p>
            <a:r>
              <a:rPr lang="en-US"/>
              <a:t>5.</a:t>
            </a:r>
            <a:r>
              <a:rPr lang="en-US" altLang="en-US"/>
              <a:t>Nguyễn Hữu Quyết</a:t>
            </a:r>
            <a:endParaRPr lang="en-US" altLang="en-US"/>
          </a:p>
          <a:p>
            <a:r>
              <a:rPr lang="en-US"/>
              <a:t>6.</a:t>
            </a:r>
            <a:r>
              <a:rPr lang="en-US" altLang="en-US"/>
              <a:t>Nguyễn Hữu Quyết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50141"/>
            <a:ext cx="9144000" cy="943744"/>
          </a:xfrm>
        </p:spPr>
        <p:txBody>
          <a:bodyPr>
            <a:normAutofit/>
          </a:bodyPr>
          <a:lstStyle/>
          <a:p>
            <a:r>
              <a:rPr lang="en-US" sz="5000"/>
              <a:t>PHẦN 1</a:t>
            </a:r>
            <a:endParaRPr lang="en-US" sz="5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39333"/>
            <a:ext cx="9144000" cy="562078"/>
          </a:xfrm>
        </p:spPr>
        <p:txBody>
          <a:bodyPr>
            <a:normAutofit fontScale="92500"/>
          </a:bodyPr>
          <a:lstStyle/>
          <a:p>
            <a:r>
              <a:rPr lang="en-US" sz="3200"/>
              <a:t>TỔNG QUAN VỀ ĐỀ TÀI </a:t>
            </a:r>
            <a:endParaRPr lang="en-US" sz="3000"/>
          </a:p>
        </p:txBody>
      </p:sp>
      <p:sp>
        <p:nvSpPr>
          <p:cNvPr id="4" name="TextBox 3"/>
          <p:cNvSpPr txBox="1"/>
          <p:nvPr/>
        </p:nvSpPr>
        <p:spPr>
          <a:xfrm>
            <a:off x="8799871" y="3503610"/>
            <a:ext cx="28124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Trình bày: Nguyễn Quốc Huy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TH-Slide-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UTH-Slide-Theme</Template>
  <TotalTime>0</TotalTime>
  <Words>267</Words>
  <Application>WPS Presentation</Application>
  <PresentationFormat>Widescreen</PresentationFormat>
  <Paragraphs>24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SimSun</vt:lpstr>
      <vt:lpstr>Wingdings</vt:lpstr>
      <vt:lpstr>Times New Roman</vt:lpstr>
      <vt:lpstr>Segoe UI Black</vt:lpstr>
      <vt:lpstr>Calibri</vt:lpstr>
      <vt:lpstr>Microsoft YaHei</vt:lpstr>
      <vt:lpstr>Arial Unicode MS</vt:lpstr>
      <vt:lpstr>Times New Roman</vt:lpstr>
      <vt:lpstr>Time s New Roman</vt:lpstr>
      <vt:lpstr>Segoe Print</vt:lpstr>
      <vt:lpstr>Sans Serif Collection</vt:lpstr>
      <vt:lpstr>Calibri Light</vt:lpstr>
      <vt:lpstr>UTH-Slide-Theme</vt:lpstr>
      <vt:lpstr>TÊN ĐỀ TÀI</vt:lpstr>
      <vt:lpstr>THÀNH VIÊN THAM GIA</vt:lpstr>
      <vt:lpstr>PHẦN 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 ✿</dc:creator>
  <cp:lastModifiedBy>Quốc Huy Nguyễn</cp:lastModifiedBy>
  <cp:revision>23</cp:revision>
  <dcterms:created xsi:type="dcterms:W3CDTF">2026-04-13T11:38:00Z</dcterms:created>
  <dcterms:modified xsi:type="dcterms:W3CDTF">2026-06-25T11:11:40Z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5B4CC6BD9E6D4F068B508D8269843AAA_12</vt:lpwstr>
  </property>
  <property fmtid="{D5CDD505-2E9C-101B-9397-08002B2CF9AE}" pid="3" name="KSOProductBuildVer">
    <vt:lpwstr>1033-12.1.0.26880</vt:lpwstr>
  </property>
</Properties>
</file>